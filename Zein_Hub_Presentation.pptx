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0E223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🌟 منصة التدريب والتعليم الرقمي المتكاملة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ZEIN HUB PLATFORM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منظومة إدارة التعلم LMS المتخصصة في الإعلام، الإنتاج الصوتي والتقنيات الرقمية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3383280" cy="2286000"/>
          </a:xfrm>
          <a:prstGeom prst="roundRect">
            <a:avLst>
              <a:gd name="adj" fmla="val 6000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474720"/>
            <a:ext cx="338328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749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Monorepo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2062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5 Backend + Next.js 16 Frontend مع بنية معيارية قابلة للتوسع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3474720"/>
            <a:ext cx="3383280" cy="2286000"/>
          </a:xfrm>
          <a:prstGeom prst="roundRect">
            <a:avLst>
              <a:gd name="adj" fmla="val 6000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3474720"/>
            <a:ext cx="338328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3749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Security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42062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مصادقة كاملة بـ httpOnly Cookies مع تحصين ضد XSS و NoSQL Injection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3474720"/>
            <a:ext cx="3383280" cy="2286000"/>
          </a:xfrm>
          <a:prstGeom prst="roundRect">
            <a:avLst>
              <a:gd name="adj" fmla="val 6000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3474720"/>
            <a:ext cx="33832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3749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LMS Engine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42062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وحدة برمجية، اختبارات تفاعلية، جلسات بث مباشر، وشهادات معتمدة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ZEIN HUB MEDIA LMS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الرؤية والهدف من المشروع (The Vision &amp; Core Purpose)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23335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Zein Hub Platform © 2026 | Media, Audio &amp; Tech LMS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120640" cy="4480560"/>
          </a:xfrm>
          <a:prstGeom prst="roundRect">
            <a:avLst>
              <a:gd name="adj" fmla="val 3061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التحدي والفجوة في السوق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ندرة المنصات المتخصصة في التدريب العملي لقطاع الميديا والإنتاج الصوتي والبودكاست.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غياب آليات تصحيح وتسليم ملفات الوسائط الثقيلة ومتابعة التقدم الأكاديمي الحقيقي.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الحاجة إلى ربط المحتوى المسجل بالجلسات التفاعلية المباشرة والاختبارات الآمنة.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212080" cy="4480560"/>
          </a:xfrm>
          <a:prstGeom prst="roundRect">
            <a:avLst>
              <a:gd name="adj" fmla="val 3061"/>
            </a:avLst>
          </a:prstGeom>
          <a:solidFill>
            <a:srgbClr val="151E3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حل منصة Zein Hub المتكامل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منظومة متكاملة تغطي 3 مسارات احترافية وأكثر من 12 برنامجاً تدريبياً معتمداً.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بيئة تفاعلية تجمع بين الفيديوهات، الملفات الصوتية، الكويزات، والتكليفات العملية.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تكامل مباشر مع أدوات البث المباشر (Zoom, Google Meet, Teams) وسجل حضور ذكي.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شهادات تخرج رقمية مشفرة بكود تحقق فريد ورابط فحص عام وفوري.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ZEIN HUB MEDIA LMS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البنية المعمارية والتقنيات (Architecture &amp; Technology Stack)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23335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Zein Hub Platform © 2026 | Media, Audio &amp; Tech LMS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383280" cy="4480560"/>
          </a:xfrm>
          <a:prstGeom prst="roundRect">
            <a:avLst>
              <a:gd name="adj" fmla="val 4054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Backend API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28346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Node.js v20+ &amp; Express v5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TypeScript (Strict Mode)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MongoDB &amp; Mongoose v9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Joi Validation Engine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Helmet, Rate-Limit &amp; Compression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Swagger / OpenAPI 3.0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3383280" cy="4480560"/>
          </a:xfrm>
          <a:prstGeom prst="roundRect">
            <a:avLst>
              <a:gd name="adj" fmla="val 4054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 Frontend Web App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2377440"/>
            <a:ext cx="28346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Next.js 16 (App Router)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React 19 &amp; TypeScript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Tailwind CSS &amp; Framer Motion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React Hook Form + Zod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i18next (Arabic RTL &amp; EN LTR)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Lucide Icons &amp; SweetAlert2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383280" cy="4480560"/>
          </a:xfrm>
          <a:prstGeom prst="roundRect">
            <a:avLst>
              <a:gd name="adj" fmla="val 4054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Cloud &amp; DevOps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21040" y="2377440"/>
            <a:ext cx="28346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Supabase Storage (Cloud Files)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Monorepo Concurrently Scripts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Comprehensive Automated Tests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Postman Complete Collection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Production-ready Docker / Vercel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ZEIN HUB MEDIA LMS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مصفوفة الأدوار وصلاحيات النظام (Roles &amp; Access Control)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23335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Zein Hub Platform © 2026 | Media, Audio &amp; Tech LMS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120640" cy="2011680"/>
          </a:xfrm>
          <a:prstGeom prst="roundRect">
            <a:avLst>
              <a:gd name="adj" fmla="val 6818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👑 Super Admin / Admin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إدارة المسارات، مراجعة طلبات الالتحاق، اعتماد التقييمات، تحليلات وتقارير الأداء الشاملة.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120640" cy="2011680"/>
          </a:xfrm>
          <a:prstGeom prst="roundRect">
            <a:avLst>
              <a:gd name="adj" fmla="val 6818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👨‍🏫 المحاضر (Instructor)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إدارة المناهج والوحدات، وضع الاختبارات والتكليفات، تقييم الطلاب، وجدولة الجلسات الحية.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120640" cy="2011680"/>
          </a:xfrm>
          <a:prstGeom prst="roundRect">
            <a:avLst>
              <a:gd name="adj" fmla="val 6818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الطالب (Student)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572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دراسة المحتوى، تسليم الواجبات، حل الكويزات مع تصحيح فوري، حضور اللقاءات، واستخراج الشهادات.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840480"/>
            <a:ext cx="5120640" cy="2011680"/>
          </a:xfrm>
          <a:prstGeom prst="roundRect">
            <a:avLst>
              <a:gd name="adj" fmla="val 6818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الزائر (Visitor)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4572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تصفح البرامج والمدربين، التواصل مع الدعم، والتحقق العام من مصداقية وصحة أي شهادة.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ZEIN HUB MEDIA LMS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المنظومة الوظيفية — 19 موديول برمجي متكامل (Core Modules)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23335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Zein Hub Platform © 2026 | Media, Audio &amp; Tech LMS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Auth &amp; JWT Tokens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600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 Tracks &amp; Programs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600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Modules &amp; Lessons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24028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Quizzes &amp; Exam Bank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224028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📁 Assignments &amp; Tasks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224028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Progress &amp; Gradebook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01752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154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Digital Certificates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301752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154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📹 Live Sessions (Zoom/Meet)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0" y="301752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3154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Attendance Tracking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79476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931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 Reviews &amp; Testimonials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89120" y="379476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931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Analytics &amp; Aggregations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46720" y="379476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3931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✉️ Contact Inquiries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457200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709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Supabase Uploads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89120" y="457200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4709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👨‍🏫 Instructors Profiles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46720" y="457200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0" y="4709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Student Applications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" y="534924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5486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 Enrollments Engine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389120" y="534924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5486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Security &amp; Rate Limit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46720" y="534924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0" y="5486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 Swagger / OpenAPI Docs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ZEIN HUB MEDIA LMS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الأمان والتحصين السحابي (Security &amp; Authentication Engine)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23335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Zein Hub Platform © 2026 | Media, Audio &amp; Tech LMS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4480560"/>
          </a:xfrm>
          <a:prstGeom prst="roundRect">
            <a:avLst>
              <a:gd name="adj" fmla="val 3061"/>
            </a:avLst>
          </a:prstGeom>
          <a:solidFill>
            <a:srgbClr val="151E3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8288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HttpOnly Secure Cookies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تخزين توكنات الوصول والتجديد داخل كوكيز مشفرة معزولة تماماً عن أي وصول عبر الـ JavaScript لمنع هجمات XSS.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8346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Silent Token Refresh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15468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تجديد الجلسة تلقائياً في الخلفية عند انتهاء الـ Access Token دون تسجيل خروج المستخدم أو التأثير على تجربته.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38404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NoSQL Injection &amp; Sanitization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41605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فحص وتعقيم كافة المدخلات واستبعاد أي استعلامات خبيثة موجهة لـ MongoDB مع استخدام Joi Schemas.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484632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Helmet &amp; Rate Limiting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516636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ترويسات أمان قياسية وتحديد معدل الطلبات لحماية الخادم من هجمات الحرمان من الخدمة (DDoS / Brute Force).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ZEIN HUB MEDIA LMS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الجلسات الحية والشهادات الرقمية (Live Sessions &amp; Certificates)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23335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Zein Hub Platform © 2026 | Media, Audio &amp; Tech LMS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120640" cy="4480560"/>
          </a:xfrm>
          <a:prstGeom prst="roundRect">
            <a:avLst>
              <a:gd name="adj" fmla="val 3061"/>
            </a:avLst>
          </a:prstGeom>
          <a:solidFill>
            <a:srgbClr val="151E34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📹 الجلسات المباشرة والحضور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دعم لقاءات Zoom و Google Meet و Microsoft Teams.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جدولة المواعيد التلقائية وإرسال روابط الانضمام للمشتركين.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سجل حضور وغياب متصل بملف الطالب ونسب التقييم.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إمكانية إرفاق تسجيلات الجلسات للرجوع إليها لاحقاً.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212080" cy="4480560"/>
          </a:xfrm>
          <a:prstGeom prst="roundRect">
            <a:avLst>
              <a:gd name="adj" fmla="val 3061"/>
            </a:avLst>
          </a:prstGeom>
          <a:solidFill>
            <a:srgbClr val="151E3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الشهادات والتحقق الرقمي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إصدار آلي فوري للشهادات بمجرد إتمام متطلبات النجاح.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رقم تسلسلي فريد وغير قابل للتكرار لكل طالب.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صفحة تحقق عامة (Public Verification) لفحص صلاحية الشهادة.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خيارات تحميل وتصدير بصيغة PDF وطباعة عالية الدقة.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ZEIN HUB MEDIA LMS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لوحة التحليلات ومؤشرات الأداء (Analytics &amp; Business Intelligence)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23335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Zein Hub Platform © 2026 | Media, Audio &amp; Tech LMS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1,250+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إجمالي المشتركين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نمو مستمر في طلبات الالتحاق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0" y="155448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88.4%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معدل إتمام البرامج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نسبة تفاعل وإنجاز مرتفعة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12+ مسار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البرامج التدريبية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برامج احترافية تغطي كافة التخصصات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961120" y="155448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51E34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950+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440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الشهادات الممنوحة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شهادات معتمدة مع كود التحقق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3657600"/>
            <a:ext cx="10698480" cy="2377440"/>
          </a:xfrm>
          <a:prstGeom prst="roundRect">
            <a:avLst>
              <a:gd name="adj" fmla="val 5769"/>
            </a:avLst>
          </a:prstGeom>
          <a:solidFill>
            <a:srgbClr val="151E3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840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محرك تجميع البيانات (MongoDB Aggregation Pipelines)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29768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معالجة إحصائية لحظية لحساب معدلات الإنجاز بدون استهلاك زائد للذاكرة.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تصنيف شرائح الطلاب (متميز، متوسط، يحتاج متابعة) لتقديم الدعم الأكاديمي المبكر.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تقارير شهرية وفصلية عن كفاءة البرامج والمحاضرين مع تصدير البيانات للتحليل.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ZEIN HUB MEDIA LMS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الخاتمة والانطلاق (Conclusion &amp; Launch Guide)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23335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Zein Hub Platform © 2026 | Media, Audio &amp; Tech LMS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4480560"/>
          </a:xfrm>
          <a:prstGeom prst="roundRect">
            <a:avLst>
              <a:gd name="adj" fmla="val 3061"/>
            </a:avLst>
          </a:prstGeom>
          <a:solidFill>
            <a:srgbClr val="151E3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8288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تشغيل المنصة في خطوة واحدة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2860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الأمر الموحد لتثبيت الاعتماديات وتشغيل الـ Backend والـ Frontend بالتوازي: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743200"/>
            <a:ext cx="9966960" cy="640080"/>
          </a:xfrm>
          <a:prstGeom prst="rect">
            <a:avLst/>
          </a:prstGeom>
          <a:solidFill>
            <a:srgbClr val="070C18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8803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scripts/start.js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93192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Zein Hub — نحو جيل ريادي في صناعة المحتوى الإعلامي والإنتاج الصوتي والتقنيات الرقمية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475488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شكراً لكم! (Thank You)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Zein Hub Media LMS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Zein Hub Platform Presentation</dc:title>
  <dc:subject>Comprehensive Analysis &amp; Platform Showcase</dc:subject>
  <dc:creator>Zein Hub Team</dc:creator>
  <cp:lastModifiedBy>Zein Hub Team</cp:lastModifiedBy>
  <cp:revision>1</cp:revision>
  <dcterms:created xsi:type="dcterms:W3CDTF">2026-09-10T15:05:54Z</dcterms:created>
  <dcterms:modified xsi:type="dcterms:W3CDTF">2026-09-10T15:05:54Z</dcterms:modified>
</cp:coreProperties>
</file>